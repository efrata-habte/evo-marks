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EvoMarks: checking handwritten mark sheets with verified self-improvement and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</a:defRPr>
            </a:pPr>
            <a:r>
              <a:t>Read the marks and the total, check that they add up, flag the sheet. Offline, phone-sized.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Both tracks: A (recursive learning with an independent verifier) and B (knowledge distillation).</a:t>
            </a:r>
          </a:p>
        </p:txBody>
      </p:sp>
      <p:pic>
        <p:nvPicPr>
          <p:cNvPr id="5" name="Picture 4" descr="evomarks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316755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PROBLEM AND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Arithmetic is the independent 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</a:defRPr>
            </a:pPr>
            <a:r>
              <a:t>5 marks + 2-digit total per sheet = 7 digits; ~5% of totals are genuinely wrong.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Verifier: marks within maxima and sum equals total. It never sees confidence or labels.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Splits: seed 150 (labeled), pool 3000 (unlabeled), dev 300, meta_dev 300, test 750 (unseen writers, read once).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Fixed evaluator + sandbox + rollback; every version archived, accepted or rejected.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Three levels of improvement, then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</a:defRPr>
            </a:pPr>
            <a:r>
              <a:t>Level 0: self-training on sheets that pass the sum check; dev gate, rollback.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Level 1: improver edits pipeline.py with AST operators; fixed evaluator accepts or rejects.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Level 2: improver edits its own source; kept only if its utility on meta_dev is higher.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Distillation: L = alpha CE + (1-alpha) T^2 KL; 25k-parameter student, T/alpha chosen on dev, 3 seeds.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RESULTS: LEVEL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The sum check beats confidence (confirmation bias)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</a:defRPr>
            </a:pPr>
            <a:r>
              <a:t>Seed-only teacher 0.887 -&gt; 0.944 test digit accuracy.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Pseudo-label precision 0.994 vs 0.968 for a per-digit confidence threshold; final dev 0.948 vs 0.928.</a:t>
            </a:r>
          </a:p>
        </p:txBody>
      </p:sp>
      <p:pic>
        <p:nvPicPr>
          <p:cNvPr id="5" name="Picture 4" descr="l0_verifier_vs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852160" cy="2025559"/>
          </a:xfrm>
          <a:prstGeom prst="rect">
            <a:avLst/>
          </a:prstGeom>
        </p:spPr>
      </p:pic>
      <p:pic>
        <p:nvPicPr>
          <p:cNvPr id="6" name="Picture 5" descr="l0_accuracy_by_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023360"/>
            <a:ext cx="3676356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RESULTS: LEVEL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Mostly rejection; a small gain that does not survive full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</a:defRPr>
            </a:pPr>
            <a:r>
              <a:t>20 candidates, 2 accepted, 18 rejected (all no_improvement).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Noise floor (8 seeds): v000 dev 0.934 +- 0.005, 2.4x the gate margin 0.002.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Paired by seed v016 - v000: +0.0105 +- 0.0039 (6/8 seeds) at evolution budget; at full budget test 0.9455 vs 0.9436 = within noise.</a:t>
            </a:r>
          </a:p>
        </p:txBody>
      </p:sp>
      <p:pic>
        <p:nvPicPr>
          <p:cNvPr id="5" name="Picture 4" descr="l1_evol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4250787" cy="2240280"/>
          </a:xfrm>
          <a:prstGeom prst="rect">
            <a:avLst/>
          </a:prstGeom>
        </p:spPr>
      </p:pic>
      <p:pic>
        <p:nvPicPr>
          <p:cNvPr id="6" name="Picture 5" descr="l1_edit_effective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023360"/>
            <a:ext cx="5852160" cy="2124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RESULTS: LEVEL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A null result,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</a:defRPr>
            </a:pPr>
            <a:r>
              <a:t>3 self-edits proposed, 0 accepted; Level 1 + 2 and Level 1 only are identical (0.9538 both).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Utility is measured from a fixed parent, so PARENT_SELECTION edits cannot change it: a limit of the gate.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The ablation therefore says nothing about whether recursion could work.</a:t>
            </a:r>
          </a:p>
        </p:txBody>
      </p:sp>
      <p:pic>
        <p:nvPicPr>
          <p:cNvPr id="5" name="Picture 4" descr="l2_improver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3875078" cy="2240280"/>
          </a:xfrm>
          <a:prstGeom prst="rect">
            <a:avLst/>
          </a:prstGeom>
        </p:spPr>
      </p:pic>
      <p:pic>
        <p:nvPicPr>
          <p:cNvPr id="6" name="Picture 5" descr="l2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023360"/>
            <a:ext cx="3676356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RESULTS: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3.2x smaller, 2.5-4x faster, 3.6 points less accurate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</a:defRPr>
            </a:pPr>
            <a:r>
              <a:t>Hard-label 0.906 +- 0.002; distilled from v000 0.911 +- 0.006; from best 0.909 +- 0.001 (3 seeds).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Distilled vs hard-label +0.3 points: no clear effect.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Digit 9: teacher 21 points ahead; the average hides the tail.</a:t>
            </a:r>
          </a:p>
        </p:txBody>
      </p:sp>
      <p:pic>
        <p:nvPicPr>
          <p:cNvPr id="5" name="Picture 4" descr="kd_accuracy_vs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3778576" cy="2240280"/>
          </a:xfrm>
          <a:prstGeom prst="rect">
            <a:avLst/>
          </a:prstGeom>
        </p:spPr>
      </p:pic>
      <p:pic>
        <p:nvPicPr>
          <p:cNvPr id="6" name="Picture 5" descr="kd_per_digit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023360"/>
            <a:ext cx="5388781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Reading a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</a:defRPr>
            </a:pPr>
            <a:r>
              <a:t>streamlit run app/streamlit_app.py  -&gt;  Try it (upload a photo or a random synthetic sheet).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Version vs previous version: colored code diff, metric deltas, per-digit bars.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Backup: python demo.py photo.jpg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FAILURE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What did not work,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</a:defRPr>
            </a:pPr>
            <a:r>
              <a:t>Edits rarely helped: every operator type lowered dev accuracy on average; evolution is mostly rejection.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The small-budget gain vanished at full budget: the loop optimised the cheap evaluator.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Compensating errors pass the sum check (39 accepted sheets in the best run).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Flag precision 0.14 at recall 1.0: most flags are misreads, not miscounts.</a:t>
            </a:r>
          </a:p>
        </p:txBody>
      </p:sp>
      <p:pic>
        <p:nvPicPr>
          <p:cNvPr id="5" name="Picture 4" descr="system_shee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669280" cy="2233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INTERFACES BETWEEN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Verified pseudo-labels feed the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</a:defRPr>
            </a:pPr>
            <a:r>
              <a:t>Teacher improved by verified feedback -&gt; pseudo-labels (+ seed digits) -&gt; student transfer set; teacher logits = soft targets.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Noise in pseudo-labels passes into the student; the evolved teacher gave no better student than v000.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Possible reverse link (not built): student as a cheap scorer inside the loop.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What this does not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</a:defRPr>
            </a:pPr>
            <a:r>
              <a:t>Real handwriting: the real-photo test was not run; MNIST sheets are cleaner than phone photos.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Small edit space, few seeds, single-training teachers, dev optimism after 20 candidates.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Latency from one machine, one thread; the sandbox is not OS-level.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Bounded, sandboxed recursion only: not open-ended self-improvement.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